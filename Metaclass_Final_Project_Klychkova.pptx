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ugo Display" charset="1" panose="02000506020000020004"/>
      <p:regular r:id="rId17"/>
    </p:embeddedFont>
    <p:embeddedFont>
      <p:font typeface="Barlow" charset="1" panose="00000500000000000000"/>
      <p:regular r:id="rId18"/>
    </p:embeddedFont>
    <p:embeddedFont>
      <p:font typeface="Barlow Bold" charset="1" panose="00000800000000000000"/>
      <p:regular r:id="rId19"/>
    </p:embeddedFont>
    <p:embeddedFont>
      <p:font typeface="Barlow Semi-Bold" charset="1" panose="00000700000000000000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VAHG9a-QbAw.mp4" Type="http://schemas.openxmlformats.org/officeDocument/2006/relationships/video"/><Relationship Id="rId6" Target="../media/VAHG9a-QbAw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jpeg" Type="http://schemas.openxmlformats.org/officeDocument/2006/relationships/image"/><Relationship Id="rId5" Target="../media/VAHG9cl3XIU.mp4" Type="http://schemas.openxmlformats.org/officeDocument/2006/relationships/video"/><Relationship Id="rId6" Target="../media/VAHG9cl3XIU.mp4" Type="http://schemas.microsoft.com/office/2007/relationships/media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jpeg" Type="http://schemas.openxmlformats.org/officeDocument/2006/relationships/image"/><Relationship Id="rId5" Target="../media/VAHG9X2jHOU.mp4" Type="http://schemas.openxmlformats.org/officeDocument/2006/relationships/video"/><Relationship Id="rId6" Target="../media/VAHG9X2jHOU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jpeg" Type="http://schemas.openxmlformats.org/officeDocument/2006/relationships/image"/><Relationship Id="rId5" Target="../media/VAHG9n3F6bs.mp4" Type="http://schemas.openxmlformats.org/officeDocument/2006/relationships/video"/><Relationship Id="rId6" Target="../media/VAHG9n3F6bs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7990">
            <a:off x="4615890" y="3188774"/>
            <a:ext cx="9055777" cy="316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8"/>
              </a:lnSpc>
            </a:pPr>
            <a:r>
              <a:rPr lang="en-US" sz="12068" spc="639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Клиент для сервиса GitHub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01012" y="6363343"/>
            <a:ext cx="4887314" cy="4887314"/>
          </a:xfrm>
          <a:custGeom>
            <a:avLst/>
            <a:gdLst/>
            <a:ahLst/>
            <a:cxnLst/>
            <a:rect r="r" b="b" t="t" l="l"/>
            <a:pathLst>
              <a:path h="4887314" w="4887314">
                <a:moveTo>
                  <a:pt x="0" y="0"/>
                </a:moveTo>
                <a:lnTo>
                  <a:pt x="4887314" y="0"/>
                </a:lnTo>
                <a:lnTo>
                  <a:pt x="4887314" y="4887315"/>
                </a:lnTo>
                <a:lnTo>
                  <a:pt x="0" y="4887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529186" y="6664673"/>
            <a:ext cx="5187254" cy="2593627"/>
          </a:xfrm>
          <a:custGeom>
            <a:avLst/>
            <a:gdLst/>
            <a:ahLst/>
            <a:cxnLst/>
            <a:rect r="r" b="b" t="t" l="l"/>
            <a:pathLst>
              <a:path h="2593627" w="5187254">
                <a:moveTo>
                  <a:pt x="5187254" y="2593627"/>
                </a:moveTo>
                <a:lnTo>
                  <a:pt x="0" y="2593627"/>
                </a:lnTo>
                <a:lnTo>
                  <a:pt x="0" y="0"/>
                </a:lnTo>
                <a:lnTo>
                  <a:pt x="5187254" y="0"/>
                </a:lnTo>
                <a:lnTo>
                  <a:pt x="5187254" y="25936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29186" y="-1991865"/>
            <a:ext cx="4887314" cy="4887314"/>
          </a:xfrm>
          <a:custGeom>
            <a:avLst/>
            <a:gdLst/>
            <a:ahLst/>
            <a:cxnLst/>
            <a:rect r="r" b="b" t="t" l="l"/>
            <a:pathLst>
              <a:path h="4887314" w="4887314">
                <a:moveTo>
                  <a:pt x="0" y="0"/>
                </a:moveTo>
                <a:lnTo>
                  <a:pt x="4887315" y="0"/>
                </a:lnTo>
                <a:lnTo>
                  <a:pt x="4887315" y="4887315"/>
                </a:lnTo>
                <a:lnTo>
                  <a:pt x="0" y="4887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03690" y="591760"/>
            <a:ext cx="4607380" cy="4607380"/>
          </a:xfrm>
          <a:custGeom>
            <a:avLst/>
            <a:gdLst/>
            <a:ahLst/>
            <a:cxnLst/>
            <a:rect r="r" b="b" t="t" l="l"/>
            <a:pathLst>
              <a:path h="4607380" w="4607380">
                <a:moveTo>
                  <a:pt x="0" y="0"/>
                </a:moveTo>
                <a:lnTo>
                  <a:pt x="4607380" y="0"/>
                </a:lnTo>
                <a:lnTo>
                  <a:pt x="4607380" y="4607380"/>
                </a:lnTo>
                <a:lnTo>
                  <a:pt x="0" y="4607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35827">
            <a:off x="5397761" y="6503669"/>
            <a:ext cx="7494563" cy="154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</a:pPr>
            <a:r>
              <a:rPr lang="en-US" sz="3548">
                <a:solidFill>
                  <a:srgbClr val="4C489E"/>
                </a:solidFill>
                <a:latin typeface="Barlow"/>
                <a:ea typeface="Barlow"/>
                <a:cs typeface="Barlow"/>
                <a:sym typeface="Barlow"/>
              </a:rPr>
              <a:t>Выполнила: Анастасия Клычкова </a:t>
            </a:r>
          </a:p>
          <a:p>
            <a:pPr algn="ctr">
              <a:lnSpc>
                <a:spcPts val="6387"/>
              </a:lnSpc>
            </a:pPr>
            <a:r>
              <a:rPr lang="en-US" sz="3548">
                <a:solidFill>
                  <a:srgbClr val="4C489E"/>
                </a:solidFill>
                <a:latin typeface="Barlow"/>
                <a:ea typeface="Barlow"/>
                <a:cs typeface="Barlow"/>
                <a:sym typeface="Barlow"/>
              </a:rPr>
              <a:t>Ментор: Дмитрий Малышев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0961" y="7098153"/>
            <a:ext cx="5816677" cy="5816677"/>
          </a:xfrm>
          <a:custGeom>
            <a:avLst/>
            <a:gdLst/>
            <a:ahLst/>
            <a:cxnLst/>
            <a:rect r="r" b="b" t="t" l="l"/>
            <a:pathLst>
              <a:path h="5816677" w="5816677">
                <a:moveTo>
                  <a:pt x="0" y="0"/>
                </a:moveTo>
                <a:lnTo>
                  <a:pt x="5816678" y="0"/>
                </a:lnTo>
                <a:lnTo>
                  <a:pt x="5816678" y="5816677"/>
                </a:lnTo>
                <a:lnTo>
                  <a:pt x="0" y="581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0581" y="-2696111"/>
            <a:ext cx="4607380" cy="4607380"/>
          </a:xfrm>
          <a:custGeom>
            <a:avLst/>
            <a:gdLst/>
            <a:ahLst/>
            <a:cxnLst/>
            <a:rect r="r" b="b" t="t" l="l"/>
            <a:pathLst>
              <a:path h="4607380" w="4607380">
                <a:moveTo>
                  <a:pt x="0" y="0"/>
                </a:moveTo>
                <a:lnTo>
                  <a:pt x="4607380" y="0"/>
                </a:lnTo>
                <a:lnTo>
                  <a:pt x="4607380" y="4607380"/>
                </a:lnTo>
                <a:lnTo>
                  <a:pt x="0" y="4607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7990">
            <a:off x="1730022" y="743527"/>
            <a:ext cx="7308041" cy="191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О себе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811" y="3036097"/>
            <a:ext cx="9290348" cy="668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НИУ ВШЭ, 2021- 2025</a:t>
            </a:r>
            <a:r>
              <a:rPr lang="en-US" sz="4799">
                <a:solidFill>
                  <a:srgbClr val="2B3990"/>
                </a:solidFill>
                <a:latin typeface="Sugo Display"/>
                <a:ea typeface="Sugo Display"/>
                <a:cs typeface="Sugo Display"/>
                <a:sym typeface="Sugo Display"/>
              </a:rPr>
              <a:t>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Факультет компьютерных наук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Программная инженерия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Курсы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Введение в язык Java и платформу разработки (2024)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       </a:t>
            </a: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Brainz by CROC</a:t>
            </a:r>
          </a:p>
          <a:p>
            <a:pPr algn="l">
              <a:lnSpc>
                <a:spcPts val="3360"/>
              </a:lnSpc>
            </a:pP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Мобильная разработка на Kotlin (2023-2024)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      Samsung Innovation Campus</a:t>
            </a:r>
          </a:p>
          <a:p>
            <a:pPr algn="just">
              <a:lnSpc>
                <a:spcPts val="3360"/>
              </a:lnSpc>
            </a:pP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Introduction to Gradle for Developers (2025)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       DPE University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353692" y="3036097"/>
            <a:ext cx="6394031" cy="372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Стажировка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Android-разработчик (05.2025 – 11.2025)</a:t>
            </a:r>
          </a:p>
          <a:p>
            <a:pPr algn="just">
              <a:lnSpc>
                <a:spcPts val="2760"/>
              </a:lnSpc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Т-банк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Работа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Младший Android-разработчик (03.2026 –…)</a:t>
            </a:r>
          </a:p>
          <a:p>
            <a:pPr algn="just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Т-банк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6497" y="8373134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0" y="0"/>
                </a:moveTo>
                <a:lnTo>
                  <a:pt x="3827733" y="0"/>
                </a:lnTo>
                <a:lnTo>
                  <a:pt x="3827733" y="1913866"/>
                </a:lnTo>
                <a:lnTo>
                  <a:pt x="0" y="191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996726" y="-5676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3827732" y="1913867"/>
                </a:moveTo>
                <a:lnTo>
                  <a:pt x="0" y="1913867"/>
                </a:lnTo>
                <a:lnTo>
                  <a:pt x="0" y="0"/>
                </a:lnTo>
                <a:lnTo>
                  <a:pt x="3827732" y="0"/>
                </a:lnTo>
                <a:lnTo>
                  <a:pt x="3827732" y="19138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2012864" y="492735"/>
            <a:ext cx="4293014" cy="930153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7990">
            <a:off x="1833217" y="2145281"/>
            <a:ext cx="7308041" cy="191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Онбординг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1006" y="4268454"/>
            <a:ext cx="7312994" cy="13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Карусель с описанием функционала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Показывается только один раз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95679">
            <a:off x="15345434" y="8301367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0" y="0"/>
                </a:moveTo>
                <a:lnTo>
                  <a:pt x="3827732" y="0"/>
                </a:lnTo>
                <a:lnTo>
                  <a:pt x="3827732" y="1913866"/>
                </a:lnTo>
                <a:lnTo>
                  <a:pt x="0" y="191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28654" y="706092"/>
            <a:ext cx="4096069" cy="8874816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4756640" y="706092"/>
            <a:ext cx="4093509" cy="8874816"/>
          </a:xfrm>
          <a:custGeom>
            <a:avLst/>
            <a:gdLst/>
            <a:ahLst/>
            <a:cxnLst/>
            <a:rect r="r" b="b" t="t" l="l"/>
            <a:pathLst>
              <a:path h="8874816" w="4093509">
                <a:moveTo>
                  <a:pt x="0" y="0"/>
                </a:moveTo>
                <a:lnTo>
                  <a:pt x="4093509" y="0"/>
                </a:lnTo>
                <a:lnTo>
                  <a:pt x="4093509" y="8874816"/>
                </a:lnTo>
                <a:lnTo>
                  <a:pt x="0" y="8874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7990">
            <a:off x="9504096" y="2146993"/>
            <a:ext cx="8781164" cy="191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Авторизация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30134" y="9258300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0" y="0"/>
                </a:moveTo>
                <a:lnTo>
                  <a:pt x="3827732" y="0"/>
                </a:lnTo>
                <a:lnTo>
                  <a:pt x="3827732" y="1913866"/>
                </a:lnTo>
                <a:lnTo>
                  <a:pt x="0" y="191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996726" y="-5676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3827732" y="1913867"/>
                </a:moveTo>
                <a:lnTo>
                  <a:pt x="0" y="1913867"/>
                </a:lnTo>
                <a:lnTo>
                  <a:pt x="0" y="0"/>
                </a:lnTo>
                <a:lnTo>
                  <a:pt x="3827732" y="0"/>
                </a:lnTo>
                <a:lnTo>
                  <a:pt x="3827732" y="19138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2147327" y="687487"/>
            <a:ext cx="4113242" cy="891202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7990">
            <a:off x="1833217" y="2145281"/>
            <a:ext cx="7308041" cy="191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Поиск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1006" y="4268454"/>
            <a:ext cx="7312994" cy="41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Поиск репозиториев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Пагинация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Обновление свайпом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Кэширование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Обработка ошибок, пустого запроса пустого результата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4348" y="1028700"/>
            <a:ext cx="3653756" cy="7921423"/>
          </a:xfrm>
          <a:custGeom>
            <a:avLst/>
            <a:gdLst/>
            <a:ahLst/>
            <a:cxnLst/>
            <a:rect r="r" b="b" t="t" l="l"/>
            <a:pathLst>
              <a:path h="7921423" w="3653756">
                <a:moveTo>
                  <a:pt x="0" y="0"/>
                </a:moveTo>
                <a:lnTo>
                  <a:pt x="3653756" y="0"/>
                </a:lnTo>
                <a:lnTo>
                  <a:pt x="3653756" y="7921423"/>
                </a:lnTo>
                <a:lnTo>
                  <a:pt x="0" y="7921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8801" y="1028700"/>
            <a:ext cx="3653756" cy="7921423"/>
          </a:xfrm>
          <a:custGeom>
            <a:avLst/>
            <a:gdLst/>
            <a:ahLst/>
            <a:cxnLst/>
            <a:rect r="r" b="b" t="t" l="l"/>
            <a:pathLst>
              <a:path h="7921423" w="3653756">
                <a:moveTo>
                  <a:pt x="0" y="0"/>
                </a:moveTo>
                <a:lnTo>
                  <a:pt x="3653756" y="0"/>
                </a:lnTo>
                <a:lnTo>
                  <a:pt x="3653756" y="7921423"/>
                </a:lnTo>
                <a:lnTo>
                  <a:pt x="0" y="7921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443" y="1028700"/>
            <a:ext cx="3653756" cy="7921423"/>
          </a:xfrm>
          <a:custGeom>
            <a:avLst/>
            <a:gdLst/>
            <a:ahLst/>
            <a:cxnLst/>
            <a:rect r="r" b="b" t="t" l="l"/>
            <a:pathLst>
              <a:path h="7921423" w="3653756">
                <a:moveTo>
                  <a:pt x="0" y="0"/>
                </a:moveTo>
                <a:lnTo>
                  <a:pt x="3653756" y="0"/>
                </a:lnTo>
                <a:lnTo>
                  <a:pt x="3653756" y="7921423"/>
                </a:lnTo>
                <a:lnTo>
                  <a:pt x="0" y="7921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9896" y="1028700"/>
            <a:ext cx="3653756" cy="7921423"/>
          </a:xfrm>
          <a:custGeom>
            <a:avLst/>
            <a:gdLst/>
            <a:ahLst/>
            <a:cxnLst/>
            <a:rect r="r" b="b" t="t" l="l"/>
            <a:pathLst>
              <a:path h="7921423" w="3653756">
                <a:moveTo>
                  <a:pt x="0" y="0"/>
                </a:moveTo>
                <a:lnTo>
                  <a:pt x="3653756" y="0"/>
                </a:lnTo>
                <a:lnTo>
                  <a:pt x="3653756" y="7921423"/>
                </a:lnTo>
                <a:lnTo>
                  <a:pt x="0" y="7921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172774" y="-5676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3827733" y="1913867"/>
                </a:moveTo>
                <a:lnTo>
                  <a:pt x="0" y="1913867"/>
                </a:lnTo>
                <a:lnTo>
                  <a:pt x="0" y="0"/>
                </a:lnTo>
                <a:lnTo>
                  <a:pt x="3827733" y="0"/>
                </a:lnTo>
                <a:lnTo>
                  <a:pt x="3827733" y="19138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452788" y="735059"/>
            <a:ext cx="4069330" cy="881688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7990">
            <a:off x="1833217" y="2145281"/>
            <a:ext cx="7308041" cy="191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Профиль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1006" y="4268454"/>
            <a:ext cx="7312994" cy="13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Информация о пользователе</a:t>
            </a:r>
          </a:p>
          <a:p>
            <a:pPr algn="l" marL="604519" indent="-302260" lvl="1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Логаут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4259" y="1028700"/>
            <a:ext cx="3795903" cy="8229600"/>
          </a:xfrm>
          <a:custGeom>
            <a:avLst/>
            <a:gdLst/>
            <a:ahLst/>
            <a:cxnLst/>
            <a:rect r="r" b="b" t="t" l="l"/>
            <a:pathLst>
              <a:path h="8229600" w="3795903">
                <a:moveTo>
                  <a:pt x="0" y="0"/>
                </a:moveTo>
                <a:lnTo>
                  <a:pt x="3795903" y="0"/>
                </a:lnTo>
                <a:lnTo>
                  <a:pt x="37959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97838" y="1028700"/>
            <a:ext cx="3798277" cy="8229600"/>
          </a:xfrm>
          <a:custGeom>
            <a:avLst/>
            <a:gdLst/>
            <a:ahLst/>
            <a:cxnLst/>
            <a:rect r="r" b="b" t="t" l="l"/>
            <a:pathLst>
              <a:path h="8229600" w="3798277">
                <a:moveTo>
                  <a:pt x="0" y="0"/>
                </a:moveTo>
                <a:lnTo>
                  <a:pt x="3798277" y="0"/>
                </a:lnTo>
                <a:lnTo>
                  <a:pt x="37982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9524766">
            <a:off x="-1120247" y="8301367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3827733" y="1913866"/>
                </a:moveTo>
                <a:lnTo>
                  <a:pt x="0" y="1913866"/>
                </a:lnTo>
                <a:lnTo>
                  <a:pt x="0" y="0"/>
                </a:lnTo>
                <a:lnTo>
                  <a:pt x="3827733" y="0"/>
                </a:lnTo>
                <a:lnTo>
                  <a:pt x="3827733" y="191386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4473012">
            <a:off x="16016299" y="2426445"/>
            <a:ext cx="3827733" cy="1913866"/>
          </a:xfrm>
          <a:custGeom>
            <a:avLst/>
            <a:gdLst/>
            <a:ahLst/>
            <a:cxnLst/>
            <a:rect r="r" b="b" t="t" l="l"/>
            <a:pathLst>
              <a:path h="1913866" w="3827733">
                <a:moveTo>
                  <a:pt x="3827733" y="1913866"/>
                </a:moveTo>
                <a:lnTo>
                  <a:pt x="0" y="1913866"/>
                </a:lnTo>
                <a:lnTo>
                  <a:pt x="0" y="0"/>
                </a:lnTo>
                <a:lnTo>
                  <a:pt x="3827733" y="0"/>
                </a:lnTo>
                <a:lnTo>
                  <a:pt x="3827733" y="191386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481821" y="2817823"/>
            <a:ext cx="0" cy="7039715"/>
          </a:xfrm>
          <a:prstGeom prst="line">
            <a:avLst/>
          </a:prstGeom>
          <a:ln cap="flat" w="47625">
            <a:solidFill>
              <a:srgbClr val="4C489E">
                <a:alpha val="4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461130" y="2817823"/>
            <a:ext cx="0" cy="7039715"/>
          </a:xfrm>
          <a:prstGeom prst="line">
            <a:avLst/>
          </a:prstGeom>
          <a:ln cap="flat" w="47625">
            <a:solidFill>
              <a:srgbClr val="4C489E">
                <a:alpha val="49804"/>
              </a:srgbClr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5400000">
            <a:off x="-1776654" y="5846785"/>
            <a:ext cx="6334765" cy="1686741"/>
            <a:chOff x="0" y="0"/>
            <a:chExt cx="1668415" cy="4442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8415" cy="444245"/>
            </a:xfrm>
            <a:custGeom>
              <a:avLst/>
              <a:gdLst/>
              <a:ahLst/>
              <a:cxnLst/>
              <a:rect r="r" b="b" t="t" l="l"/>
              <a:pathLst>
                <a:path h="444245" w="1668415">
                  <a:moveTo>
                    <a:pt x="62329" y="0"/>
                  </a:moveTo>
                  <a:lnTo>
                    <a:pt x="1606087" y="0"/>
                  </a:lnTo>
                  <a:cubicBezTo>
                    <a:pt x="1640510" y="0"/>
                    <a:pt x="1668415" y="27906"/>
                    <a:pt x="1668415" y="62329"/>
                  </a:cubicBezTo>
                  <a:lnTo>
                    <a:pt x="1668415" y="381916"/>
                  </a:lnTo>
                  <a:cubicBezTo>
                    <a:pt x="1668415" y="416339"/>
                    <a:pt x="1640510" y="444245"/>
                    <a:pt x="1606087" y="444245"/>
                  </a:cubicBezTo>
                  <a:lnTo>
                    <a:pt x="62329" y="444245"/>
                  </a:lnTo>
                  <a:cubicBezTo>
                    <a:pt x="27906" y="444245"/>
                    <a:pt x="0" y="416339"/>
                    <a:pt x="0" y="381916"/>
                  </a:cubicBezTo>
                  <a:lnTo>
                    <a:pt x="0" y="62329"/>
                  </a:lnTo>
                  <a:cubicBezTo>
                    <a:pt x="0" y="27906"/>
                    <a:pt x="27906" y="0"/>
                    <a:pt x="62329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668415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Compose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040837" y="5846785"/>
            <a:ext cx="6334765" cy="1686741"/>
            <a:chOff x="0" y="0"/>
            <a:chExt cx="1668415" cy="444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8415" cy="444245"/>
            </a:xfrm>
            <a:custGeom>
              <a:avLst/>
              <a:gdLst/>
              <a:ahLst/>
              <a:cxnLst/>
              <a:rect r="r" b="b" t="t" l="l"/>
              <a:pathLst>
                <a:path h="444245" w="1668415">
                  <a:moveTo>
                    <a:pt x="62329" y="0"/>
                  </a:moveTo>
                  <a:lnTo>
                    <a:pt x="1606087" y="0"/>
                  </a:lnTo>
                  <a:cubicBezTo>
                    <a:pt x="1640510" y="0"/>
                    <a:pt x="1668415" y="27906"/>
                    <a:pt x="1668415" y="62329"/>
                  </a:cubicBezTo>
                  <a:lnTo>
                    <a:pt x="1668415" y="381916"/>
                  </a:lnTo>
                  <a:cubicBezTo>
                    <a:pt x="1668415" y="416339"/>
                    <a:pt x="1640510" y="444245"/>
                    <a:pt x="1606087" y="444245"/>
                  </a:cubicBezTo>
                  <a:lnTo>
                    <a:pt x="62329" y="444245"/>
                  </a:lnTo>
                  <a:cubicBezTo>
                    <a:pt x="27906" y="444245"/>
                    <a:pt x="0" y="416339"/>
                    <a:pt x="0" y="381916"/>
                  </a:cubicBezTo>
                  <a:lnTo>
                    <a:pt x="0" y="62329"/>
                  </a:lnTo>
                  <a:cubicBezTo>
                    <a:pt x="0" y="27906"/>
                    <a:pt x="27906" y="0"/>
                    <a:pt x="62329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668415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ViewModels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7951118" y="5846785"/>
            <a:ext cx="6334765" cy="1686741"/>
            <a:chOff x="0" y="0"/>
            <a:chExt cx="1668415" cy="4442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8415" cy="444245"/>
            </a:xfrm>
            <a:custGeom>
              <a:avLst/>
              <a:gdLst/>
              <a:ahLst/>
              <a:cxnLst/>
              <a:rect r="r" b="b" t="t" l="l"/>
              <a:pathLst>
                <a:path h="444245" w="1668415">
                  <a:moveTo>
                    <a:pt x="62329" y="0"/>
                  </a:moveTo>
                  <a:lnTo>
                    <a:pt x="1606087" y="0"/>
                  </a:lnTo>
                  <a:cubicBezTo>
                    <a:pt x="1640510" y="0"/>
                    <a:pt x="1668415" y="27906"/>
                    <a:pt x="1668415" y="62329"/>
                  </a:cubicBezTo>
                  <a:lnTo>
                    <a:pt x="1668415" y="381916"/>
                  </a:lnTo>
                  <a:cubicBezTo>
                    <a:pt x="1668415" y="416339"/>
                    <a:pt x="1640510" y="444245"/>
                    <a:pt x="1606087" y="444245"/>
                  </a:cubicBezTo>
                  <a:lnTo>
                    <a:pt x="62329" y="444245"/>
                  </a:lnTo>
                  <a:cubicBezTo>
                    <a:pt x="27906" y="444245"/>
                    <a:pt x="0" y="416339"/>
                    <a:pt x="0" y="381916"/>
                  </a:cubicBezTo>
                  <a:lnTo>
                    <a:pt x="0" y="62329"/>
                  </a:lnTo>
                  <a:cubicBezTo>
                    <a:pt x="0" y="27906"/>
                    <a:pt x="27906" y="0"/>
                    <a:pt x="62329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668415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Repository Interfaces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0570506" y="5846785"/>
            <a:ext cx="6334765" cy="1686741"/>
            <a:chOff x="0" y="0"/>
            <a:chExt cx="1668415" cy="444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68415" cy="444245"/>
            </a:xfrm>
            <a:custGeom>
              <a:avLst/>
              <a:gdLst/>
              <a:ahLst/>
              <a:cxnLst/>
              <a:rect r="r" b="b" t="t" l="l"/>
              <a:pathLst>
                <a:path h="444245" w="1668415">
                  <a:moveTo>
                    <a:pt x="62329" y="0"/>
                  </a:moveTo>
                  <a:lnTo>
                    <a:pt x="1606087" y="0"/>
                  </a:lnTo>
                  <a:cubicBezTo>
                    <a:pt x="1640510" y="0"/>
                    <a:pt x="1668415" y="27906"/>
                    <a:pt x="1668415" y="62329"/>
                  </a:cubicBezTo>
                  <a:lnTo>
                    <a:pt x="1668415" y="381916"/>
                  </a:lnTo>
                  <a:cubicBezTo>
                    <a:pt x="1668415" y="416339"/>
                    <a:pt x="1640510" y="444245"/>
                    <a:pt x="1606087" y="444245"/>
                  </a:cubicBezTo>
                  <a:lnTo>
                    <a:pt x="62329" y="444245"/>
                  </a:lnTo>
                  <a:cubicBezTo>
                    <a:pt x="27906" y="444245"/>
                    <a:pt x="0" y="416339"/>
                    <a:pt x="0" y="381916"/>
                  </a:cubicBezTo>
                  <a:lnTo>
                    <a:pt x="0" y="62329"/>
                  </a:lnTo>
                  <a:cubicBezTo>
                    <a:pt x="0" y="27906"/>
                    <a:pt x="27906" y="0"/>
                    <a:pt x="62329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668415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Repositories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34013" y="3522773"/>
            <a:ext cx="3258694" cy="1686741"/>
            <a:chOff x="0" y="0"/>
            <a:chExt cx="858257" cy="444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8257" cy="444245"/>
            </a:xfrm>
            <a:custGeom>
              <a:avLst/>
              <a:gdLst/>
              <a:ahLst/>
              <a:cxnLst/>
              <a:rect r="r" b="b" t="t" l="l"/>
              <a:pathLst>
                <a:path h="444245" w="858257">
                  <a:moveTo>
                    <a:pt x="121164" y="0"/>
                  </a:moveTo>
                  <a:lnTo>
                    <a:pt x="737092" y="0"/>
                  </a:lnTo>
                  <a:cubicBezTo>
                    <a:pt x="769227" y="0"/>
                    <a:pt x="800046" y="12766"/>
                    <a:pt x="822768" y="35488"/>
                  </a:cubicBezTo>
                  <a:cubicBezTo>
                    <a:pt x="845491" y="58211"/>
                    <a:pt x="858257" y="89030"/>
                    <a:pt x="858257" y="121164"/>
                  </a:cubicBezTo>
                  <a:lnTo>
                    <a:pt x="858257" y="323080"/>
                  </a:lnTo>
                  <a:cubicBezTo>
                    <a:pt x="858257" y="355215"/>
                    <a:pt x="845491" y="386034"/>
                    <a:pt x="822768" y="408756"/>
                  </a:cubicBezTo>
                  <a:cubicBezTo>
                    <a:pt x="800046" y="431479"/>
                    <a:pt x="769227" y="444245"/>
                    <a:pt x="737092" y="444245"/>
                  </a:cubicBezTo>
                  <a:lnTo>
                    <a:pt x="121164" y="444245"/>
                  </a:lnTo>
                  <a:cubicBezTo>
                    <a:pt x="89030" y="444245"/>
                    <a:pt x="58211" y="431479"/>
                    <a:pt x="35488" y="408756"/>
                  </a:cubicBezTo>
                  <a:cubicBezTo>
                    <a:pt x="12766" y="386034"/>
                    <a:pt x="0" y="355215"/>
                    <a:pt x="0" y="323080"/>
                  </a:cubicBezTo>
                  <a:lnTo>
                    <a:pt x="0" y="121164"/>
                  </a:lnTo>
                  <a:cubicBezTo>
                    <a:pt x="0" y="89030"/>
                    <a:pt x="12766" y="58211"/>
                    <a:pt x="35488" y="35488"/>
                  </a:cubicBezTo>
                  <a:cubicBezTo>
                    <a:pt x="58211" y="12766"/>
                    <a:pt x="89030" y="0"/>
                    <a:pt x="121164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858257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Entities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34013" y="6026905"/>
            <a:ext cx="3258694" cy="3830633"/>
            <a:chOff x="0" y="0"/>
            <a:chExt cx="858257" cy="10088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8257" cy="1008891"/>
            </a:xfrm>
            <a:custGeom>
              <a:avLst/>
              <a:gdLst/>
              <a:ahLst/>
              <a:cxnLst/>
              <a:rect r="r" b="b" t="t" l="l"/>
              <a:pathLst>
                <a:path h="1008891" w="858257">
                  <a:moveTo>
                    <a:pt x="121164" y="0"/>
                  </a:moveTo>
                  <a:lnTo>
                    <a:pt x="737092" y="0"/>
                  </a:lnTo>
                  <a:cubicBezTo>
                    <a:pt x="769227" y="0"/>
                    <a:pt x="800046" y="12766"/>
                    <a:pt x="822768" y="35488"/>
                  </a:cubicBezTo>
                  <a:cubicBezTo>
                    <a:pt x="845491" y="58211"/>
                    <a:pt x="858257" y="89030"/>
                    <a:pt x="858257" y="121164"/>
                  </a:cubicBezTo>
                  <a:lnTo>
                    <a:pt x="858257" y="887726"/>
                  </a:lnTo>
                  <a:cubicBezTo>
                    <a:pt x="858257" y="954644"/>
                    <a:pt x="804010" y="1008891"/>
                    <a:pt x="737092" y="1008891"/>
                  </a:cubicBezTo>
                  <a:lnTo>
                    <a:pt x="121164" y="1008891"/>
                  </a:lnTo>
                  <a:cubicBezTo>
                    <a:pt x="89030" y="1008891"/>
                    <a:pt x="58211" y="996125"/>
                    <a:pt x="35488" y="973403"/>
                  </a:cubicBezTo>
                  <a:cubicBezTo>
                    <a:pt x="12766" y="950680"/>
                    <a:pt x="0" y="919861"/>
                    <a:pt x="0" y="887726"/>
                  </a:cubicBezTo>
                  <a:lnTo>
                    <a:pt x="0" y="121164"/>
                  </a:lnTo>
                  <a:cubicBezTo>
                    <a:pt x="0" y="89030"/>
                    <a:pt x="12766" y="58211"/>
                    <a:pt x="35488" y="35488"/>
                  </a:cubicBezTo>
                  <a:cubicBezTo>
                    <a:pt x="58211" y="12766"/>
                    <a:pt x="89030" y="0"/>
                    <a:pt x="121164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858257" cy="1094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Use Cases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543284" y="3522773"/>
            <a:ext cx="2414467" cy="1686741"/>
            <a:chOff x="0" y="0"/>
            <a:chExt cx="635909" cy="4442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909" cy="444245"/>
            </a:xfrm>
            <a:custGeom>
              <a:avLst/>
              <a:gdLst/>
              <a:ahLst/>
              <a:cxnLst/>
              <a:rect r="r" b="b" t="t" l="l"/>
              <a:pathLst>
                <a:path h="444245" w="635909">
                  <a:moveTo>
                    <a:pt x="163530" y="0"/>
                  </a:moveTo>
                  <a:lnTo>
                    <a:pt x="472379" y="0"/>
                  </a:lnTo>
                  <a:cubicBezTo>
                    <a:pt x="515750" y="0"/>
                    <a:pt x="557344" y="17229"/>
                    <a:pt x="588012" y="47897"/>
                  </a:cubicBezTo>
                  <a:cubicBezTo>
                    <a:pt x="618680" y="78565"/>
                    <a:pt x="635909" y="120159"/>
                    <a:pt x="635909" y="163530"/>
                  </a:cubicBezTo>
                  <a:lnTo>
                    <a:pt x="635909" y="280715"/>
                  </a:lnTo>
                  <a:cubicBezTo>
                    <a:pt x="635909" y="371030"/>
                    <a:pt x="562694" y="444245"/>
                    <a:pt x="472379" y="444245"/>
                  </a:cubicBezTo>
                  <a:lnTo>
                    <a:pt x="163530" y="444245"/>
                  </a:lnTo>
                  <a:cubicBezTo>
                    <a:pt x="120159" y="444245"/>
                    <a:pt x="78565" y="427016"/>
                    <a:pt x="47897" y="396348"/>
                  </a:cubicBezTo>
                  <a:cubicBezTo>
                    <a:pt x="17229" y="365680"/>
                    <a:pt x="0" y="324085"/>
                    <a:pt x="0" y="280715"/>
                  </a:cubicBezTo>
                  <a:lnTo>
                    <a:pt x="0" y="163530"/>
                  </a:lnTo>
                  <a:cubicBezTo>
                    <a:pt x="0" y="120159"/>
                    <a:pt x="17229" y="78565"/>
                    <a:pt x="47897" y="47897"/>
                  </a:cubicBezTo>
                  <a:cubicBezTo>
                    <a:pt x="78565" y="17229"/>
                    <a:pt x="120159" y="0"/>
                    <a:pt x="163530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635909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Data</a:t>
              </a:r>
            </a:p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Base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543284" y="5846785"/>
            <a:ext cx="2414467" cy="1686741"/>
            <a:chOff x="0" y="0"/>
            <a:chExt cx="635909" cy="4442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909" cy="444245"/>
            </a:xfrm>
            <a:custGeom>
              <a:avLst/>
              <a:gdLst/>
              <a:ahLst/>
              <a:cxnLst/>
              <a:rect r="r" b="b" t="t" l="l"/>
              <a:pathLst>
                <a:path h="444245" w="635909">
                  <a:moveTo>
                    <a:pt x="163530" y="0"/>
                  </a:moveTo>
                  <a:lnTo>
                    <a:pt x="472379" y="0"/>
                  </a:lnTo>
                  <a:cubicBezTo>
                    <a:pt x="515750" y="0"/>
                    <a:pt x="557344" y="17229"/>
                    <a:pt x="588012" y="47897"/>
                  </a:cubicBezTo>
                  <a:cubicBezTo>
                    <a:pt x="618680" y="78565"/>
                    <a:pt x="635909" y="120159"/>
                    <a:pt x="635909" y="163530"/>
                  </a:cubicBezTo>
                  <a:lnTo>
                    <a:pt x="635909" y="280715"/>
                  </a:lnTo>
                  <a:cubicBezTo>
                    <a:pt x="635909" y="371030"/>
                    <a:pt x="562694" y="444245"/>
                    <a:pt x="472379" y="444245"/>
                  </a:cubicBezTo>
                  <a:lnTo>
                    <a:pt x="163530" y="444245"/>
                  </a:lnTo>
                  <a:cubicBezTo>
                    <a:pt x="120159" y="444245"/>
                    <a:pt x="78565" y="427016"/>
                    <a:pt x="47897" y="396348"/>
                  </a:cubicBezTo>
                  <a:cubicBezTo>
                    <a:pt x="17229" y="365680"/>
                    <a:pt x="0" y="324085"/>
                    <a:pt x="0" y="280715"/>
                  </a:cubicBezTo>
                  <a:lnTo>
                    <a:pt x="0" y="163530"/>
                  </a:lnTo>
                  <a:cubicBezTo>
                    <a:pt x="0" y="120159"/>
                    <a:pt x="17229" y="78565"/>
                    <a:pt x="47897" y="47897"/>
                  </a:cubicBezTo>
                  <a:cubicBezTo>
                    <a:pt x="78565" y="17229"/>
                    <a:pt x="120159" y="0"/>
                    <a:pt x="163530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35909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Data</a:t>
              </a:r>
            </a:p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Store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43284" y="8170797"/>
            <a:ext cx="2414467" cy="1686741"/>
            <a:chOff x="0" y="0"/>
            <a:chExt cx="635909" cy="444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909" cy="444245"/>
            </a:xfrm>
            <a:custGeom>
              <a:avLst/>
              <a:gdLst/>
              <a:ahLst/>
              <a:cxnLst/>
              <a:rect r="r" b="b" t="t" l="l"/>
              <a:pathLst>
                <a:path h="444245" w="635909">
                  <a:moveTo>
                    <a:pt x="163530" y="0"/>
                  </a:moveTo>
                  <a:lnTo>
                    <a:pt x="472379" y="0"/>
                  </a:lnTo>
                  <a:cubicBezTo>
                    <a:pt x="515750" y="0"/>
                    <a:pt x="557344" y="17229"/>
                    <a:pt x="588012" y="47897"/>
                  </a:cubicBezTo>
                  <a:cubicBezTo>
                    <a:pt x="618680" y="78565"/>
                    <a:pt x="635909" y="120159"/>
                    <a:pt x="635909" y="163530"/>
                  </a:cubicBezTo>
                  <a:lnTo>
                    <a:pt x="635909" y="280715"/>
                  </a:lnTo>
                  <a:cubicBezTo>
                    <a:pt x="635909" y="371030"/>
                    <a:pt x="562694" y="444245"/>
                    <a:pt x="472379" y="444245"/>
                  </a:cubicBezTo>
                  <a:lnTo>
                    <a:pt x="163530" y="444245"/>
                  </a:lnTo>
                  <a:cubicBezTo>
                    <a:pt x="120159" y="444245"/>
                    <a:pt x="78565" y="427016"/>
                    <a:pt x="47897" y="396348"/>
                  </a:cubicBezTo>
                  <a:cubicBezTo>
                    <a:pt x="17229" y="365680"/>
                    <a:pt x="0" y="324085"/>
                    <a:pt x="0" y="280715"/>
                  </a:cubicBezTo>
                  <a:lnTo>
                    <a:pt x="0" y="163530"/>
                  </a:lnTo>
                  <a:cubicBezTo>
                    <a:pt x="0" y="120159"/>
                    <a:pt x="17229" y="78565"/>
                    <a:pt x="47897" y="47897"/>
                  </a:cubicBezTo>
                  <a:cubicBezTo>
                    <a:pt x="78565" y="17229"/>
                    <a:pt x="120159" y="0"/>
                    <a:pt x="163530" y="0"/>
                  </a:cubicBezTo>
                  <a:close/>
                </a:path>
              </a:pathLst>
            </a:custGeom>
            <a:ln w="66675" cap="rnd">
              <a:solidFill>
                <a:srgbClr val="4C489E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635909" cy="529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4C489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API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2234099" y="7942222"/>
            <a:ext cx="1130750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9292706" y="7942222"/>
            <a:ext cx="982423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4581259" y="9014167"/>
            <a:ext cx="962025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V="true">
            <a:off x="14581259" y="6690156"/>
            <a:ext cx="962025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V="true">
            <a:off x="14607630" y="4366144"/>
            <a:ext cx="935654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12211213" y="6690156"/>
            <a:ext cx="683304" cy="0"/>
          </a:xfrm>
          <a:prstGeom prst="line">
            <a:avLst/>
          </a:prstGeom>
          <a:ln cap="flat" w="66675">
            <a:solidFill>
              <a:srgbClr val="4C489E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-5400000">
            <a:off x="11932139" y="6559921"/>
            <a:ext cx="297679" cy="260469"/>
            <a:chOff x="0" y="0"/>
            <a:chExt cx="8128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66675" cap="sq">
              <a:solidFill>
                <a:srgbClr val="4C489E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7990">
            <a:off x="4135351" y="513955"/>
            <a:ext cx="10016766" cy="191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Архитектура</a:t>
            </a:r>
          </a:p>
        </p:txBody>
      </p:sp>
      <p:sp>
        <p:nvSpPr>
          <p:cNvPr name="TextBox 41" id="41"/>
          <p:cNvSpPr txBox="true"/>
          <p:nvPr/>
        </p:nvSpPr>
        <p:spPr>
          <a:xfrm rot="7990">
            <a:off x="1391608" y="2532859"/>
            <a:ext cx="3300730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599" spc="296">
                <a:solidFill>
                  <a:srgbClr val="A559A3"/>
                </a:solidFill>
                <a:latin typeface="Sugo Display"/>
                <a:ea typeface="Sugo Display"/>
                <a:cs typeface="Sugo Display"/>
                <a:sym typeface="Sugo Display"/>
              </a:rPr>
              <a:t>UI</a:t>
            </a:r>
          </a:p>
        </p:txBody>
      </p:sp>
      <p:sp>
        <p:nvSpPr>
          <p:cNvPr name="TextBox 42" id="42"/>
          <p:cNvSpPr txBox="true"/>
          <p:nvPr/>
        </p:nvSpPr>
        <p:spPr>
          <a:xfrm rot="7990">
            <a:off x="7440058" y="2532859"/>
            <a:ext cx="3300730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599" spc="296">
                <a:solidFill>
                  <a:srgbClr val="A559A3"/>
                </a:solidFill>
                <a:latin typeface="Sugo Display"/>
                <a:ea typeface="Sugo Display"/>
                <a:cs typeface="Sugo Display"/>
                <a:sym typeface="Sugo Display"/>
              </a:rPr>
              <a:t>Domain</a:t>
            </a:r>
          </a:p>
        </p:txBody>
      </p:sp>
      <p:sp>
        <p:nvSpPr>
          <p:cNvPr name="TextBox 43" id="43"/>
          <p:cNvSpPr txBox="true"/>
          <p:nvPr/>
        </p:nvSpPr>
        <p:spPr>
          <a:xfrm rot="7990">
            <a:off x="13488507" y="2532859"/>
            <a:ext cx="3300730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599" spc="296">
                <a:solidFill>
                  <a:srgbClr val="A559A3"/>
                </a:solidFill>
                <a:latin typeface="Sugo Display"/>
                <a:ea typeface="Sugo Display"/>
                <a:cs typeface="Sugo Display"/>
                <a:sym typeface="Sugo Display"/>
              </a:rPr>
              <a:t>Data</a:t>
            </a:r>
          </a:p>
        </p:txBody>
      </p:sp>
      <p:sp>
        <p:nvSpPr>
          <p:cNvPr name="AutoShape 44" id="44"/>
          <p:cNvSpPr/>
          <p:nvPr/>
        </p:nvSpPr>
        <p:spPr>
          <a:xfrm flipV="true">
            <a:off x="5051590" y="7942222"/>
            <a:ext cx="982423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diamond" len="lg" w="lg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 flipV="true">
            <a:off x="2234099" y="5252377"/>
            <a:ext cx="1130750" cy="0"/>
          </a:xfrm>
          <a:prstGeom prst="line">
            <a:avLst/>
          </a:prstGeom>
          <a:ln cap="flat" w="66675">
            <a:solidFill>
              <a:srgbClr val="4C489E"/>
            </a:solidFill>
            <a:prstDash val="sysDash"/>
            <a:headEnd type="arrow" len="sm" w="med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2565547" y="4777740"/>
            <a:ext cx="69913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4C489E"/>
                </a:solidFill>
                <a:latin typeface="Barlow Bold"/>
                <a:ea typeface="Barlow Bold"/>
                <a:cs typeface="Barlow Bold"/>
                <a:sym typeface="Barlow Bold"/>
              </a:rPr>
              <a:t>notify</a:t>
            </a:r>
          </a:p>
        </p:txBody>
      </p:sp>
      <p:sp>
        <p:nvSpPr>
          <p:cNvPr name="AutoShape 47" id="47"/>
          <p:cNvSpPr/>
          <p:nvPr/>
        </p:nvSpPr>
        <p:spPr>
          <a:xfrm>
            <a:off x="7663360" y="5209515"/>
            <a:ext cx="0" cy="817391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9292706" y="4366144"/>
            <a:ext cx="982423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>
            <a:off x="5051590" y="4366144"/>
            <a:ext cx="982423" cy="0"/>
          </a:xfrm>
          <a:prstGeom prst="line">
            <a:avLst/>
          </a:prstGeom>
          <a:ln cap="flat" w="66675">
            <a:solidFill>
              <a:srgbClr val="4C489E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7990">
            <a:off x="4135351" y="470678"/>
            <a:ext cx="10016766" cy="191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97"/>
              </a:lnSpc>
            </a:pPr>
            <a:r>
              <a:rPr lang="en-US" sz="14097" spc="747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Фитбэк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073750" y="2736154"/>
            <a:ext cx="3486059" cy="1431681"/>
            <a:chOff x="0" y="0"/>
            <a:chExt cx="918139" cy="3770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8139" cy="377068"/>
            </a:xfrm>
            <a:custGeom>
              <a:avLst/>
              <a:gdLst/>
              <a:ahLst/>
              <a:cxnLst/>
              <a:rect r="r" b="b" t="t" l="l"/>
              <a:pathLst>
                <a:path h="377068" w="918139">
                  <a:moveTo>
                    <a:pt x="46637" y="0"/>
                  </a:moveTo>
                  <a:lnTo>
                    <a:pt x="871502" y="0"/>
                  </a:lnTo>
                  <a:cubicBezTo>
                    <a:pt x="897259" y="0"/>
                    <a:pt x="918139" y="20880"/>
                    <a:pt x="918139" y="46637"/>
                  </a:cubicBezTo>
                  <a:lnTo>
                    <a:pt x="918139" y="330431"/>
                  </a:lnTo>
                  <a:cubicBezTo>
                    <a:pt x="918139" y="356188"/>
                    <a:pt x="897259" y="377068"/>
                    <a:pt x="871502" y="377068"/>
                  </a:cubicBezTo>
                  <a:lnTo>
                    <a:pt x="46637" y="377068"/>
                  </a:lnTo>
                  <a:cubicBezTo>
                    <a:pt x="20880" y="377068"/>
                    <a:pt x="0" y="356188"/>
                    <a:pt x="0" y="330431"/>
                  </a:cubicBezTo>
                  <a:lnTo>
                    <a:pt x="0" y="46637"/>
                  </a:lnTo>
                  <a:cubicBezTo>
                    <a:pt x="0" y="20880"/>
                    <a:pt x="20880" y="0"/>
                    <a:pt x="46637" y="0"/>
                  </a:cubicBezTo>
                  <a:close/>
                </a:path>
              </a:pathLst>
            </a:custGeom>
            <a:solidFill>
              <a:srgbClr val="4C48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18139" cy="41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7990">
            <a:off x="11240606" y="2892279"/>
            <a:ext cx="3152215" cy="117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4436" spc="235">
                <a:solidFill>
                  <a:srgbClr val="F8F7F1"/>
                </a:solidFill>
                <a:latin typeface="Sugo Display"/>
                <a:ea typeface="Sugo Display"/>
                <a:cs typeface="Sugo Display"/>
                <a:sym typeface="Sugo Display"/>
              </a:rPr>
              <a:t>УЗНАЛА НОВОГО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90652" y="6829180"/>
            <a:ext cx="3486059" cy="1431681"/>
            <a:chOff x="0" y="0"/>
            <a:chExt cx="918139" cy="377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8139" cy="377068"/>
            </a:xfrm>
            <a:custGeom>
              <a:avLst/>
              <a:gdLst/>
              <a:ahLst/>
              <a:cxnLst/>
              <a:rect r="r" b="b" t="t" l="l"/>
              <a:pathLst>
                <a:path h="377068" w="918139">
                  <a:moveTo>
                    <a:pt x="46637" y="0"/>
                  </a:moveTo>
                  <a:lnTo>
                    <a:pt x="871502" y="0"/>
                  </a:lnTo>
                  <a:cubicBezTo>
                    <a:pt x="897259" y="0"/>
                    <a:pt x="918139" y="20880"/>
                    <a:pt x="918139" y="46637"/>
                  </a:cubicBezTo>
                  <a:lnTo>
                    <a:pt x="918139" y="330431"/>
                  </a:lnTo>
                  <a:cubicBezTo>
                    <a:pt x="918139" y="356188"/>
                    <a:pt x="897259" y="377068"/>
                    <a:pt x="871502" y="377068"/>
                  </a:cubicBezTo>
                  <a:lnTo>
                    <a:pt x="46637" y="377068"/>
                  </a:lnTo>
                  <a:cubicBezTo>
                    <a:pt x="20880" y="377068"/>
                    <a:pt x="0" y="356188"/>
                    <a:pt x="0" y="330431"/>
                  </a:cubicBezTo>
                  <a:lnTo>
                    <a:pt x="0" y="46637"/>
                  </a:lnTo>
                  <a:cubicBezTo>
                    <a:pt x="0" y="20880"/>
                    <a:pt x="20880" y="0"/>
                    <a:pt x="46637" y="0"/>
                  </a:cubicBezTo>
                  <a:close/>
                </a:path>
              </a:pathLst>
            </a:custGeom>
            <a:solidFill>
              <a:srgbClr val="4C489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8139" cy="41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7990">
            <a:off x="3657508" y="6985305"/>
            <a:ext cx="3152215" cy="117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4436" spc="235">
                <a:solidFill>
                  <a:srgbClr val="F8F7F1"/>
                </a:solidFill>
                <a:latin typeface="Sugo Display"/>
                <a:ea typeface="Sugo Display"/>
                <a:cs typeface="Sugo Display"/>
                <a:sym typeface="Sugo Display"/>
              </a:rPr>
              <a:t> БЫЛО ПОЛЕЗНЫМ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90652" y="2640841"/>
            <a:ext cx="3486059" cy="1431681"/>
            <a:chOff x="0" y="0"/>
            <a:chExt cx="918139" cy="3770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8139" cy="377068"/>
            </a:xfrm>
            <a:custGeom>
              <a:avLst/>
              <a:gdLst/>
              <a:ahLst/>
              <a:cxnLst/>
              <a:rect r="r" b="b" t="t" l="l"/>
              <a:pathLst>
                <a:path h="377068" w="918139">
                  <a:moveTo>
                    <a:pt x="46637" y="0"/>
                  </a:moveTo>
                  <a:lnTo>
                    <a:pt x="871502" y="0"/>
                  </a:lnTo>
                  <a:cubicBezTo>
                    <a:pt x="897259" y="0"/>
                    <a:pt x="918139" y="20880"/>
                    <a:pt x="918139" y="46637"/>
                  </a:cubicBezTo>
                  <a:lnTo>
                    <a:pt x="918139" y="330431"/>
                  </a:lnTo>
                  <a:cubicBezTo>
                    <a:pt x="918139" y="356188"/>
                    <a:pt x="897259" y="377068"/>
                    <a:pt x="871502" y="377068"/>
                  </a:cubicBezTo>
                  <a:lnTo>
                    <a:pt x="46637" y="377068"/>
                  </a:lnTo>
                  <a:cubicBezTo>
                    <a:pt x="20880" y="377068"/>
                    <a:pt x="0" y="356188"/>
                    <a:pt x="0" y="330431"/>
                  </a:cubicBezTo>
                  <a:lnTo>
                    <a:pt x="0" y="46637"/>
                  </a:lnTo>
                  <a:cubicBezTo>
                    <a:pt x="0" y="20880"/>
                    <a:pt x="20880" y="0"/>
                    <a:pt x="46637" y="0"/>
                  </a:cubicBezTo>
                  <a:close/>
                </a:path>
              </a:pathLst>
            </a:custGeom>
            <a:solidFill>
              <a:srgbClr val="4C489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18139" cy="41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7990">
            <a:off x="3657508" y="3077228"/>
            <a:ext cx="3152215" cy="61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4436" spc="235">
                <a:solidFill>
                  <a:srgbClr val="F8F7F1"/>
                </a:solidFill>
                <a:latin typeface="Sugo Display"/>
                <a:ea typeface="Sugo Display"/>
                <a:cs typeface="Sugo Display"/>
                <a:sym typeface="Sugo Display"/>
              </a:rPr>
              <a:t>ПОНРАВИЛОСЬ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-2677633" y="-2447194"/>
            <a:ext cx="5355266" cy="5355266"/>
          </a:xfrm>
          <a:custGeom>
            <a:avLst/>
            <a:gdLst/>
            <a:ahLst/>
            <a:cxnLst/>
            <a:rect r="r" b="b" t="t" l="l"/>
            <a:pathLst>
              <a:path h="5355266" w="5355266">
                <a:moveTo>
                  <a:pt x="5355266" y="0"/>
                </a:moveTo>
                <a:lnTo>
                  <a:pt x="0" y="0"/>
                </a:lnTo>
                <a:lnTo>
                  <a:pt x="0" y="5355266"/>
                </a:lnTo>
                <a:lnTo>
                  <a:pt x="5355266" y="5355266"/>
                </a:lnTo>
                <a:lnTo>
                  <a:pt x="53552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270184" y="7429476"/>
            <a:ext cx="5355266" cy="5355266"/>
          </a:xfrm>
          <a:custGeom>
            <a:avLst/>
            <a:gdLst/>
            <a:ahLst/>
            <a:cxnLst/>
            <a:rect r="r" b="b" t="t" l="l"/>
            <a:pathLst>
              <a:path h="5355266" w="5355266">
                <a:moveTo>
                  <a:pt x="5355266" y="0"/>
                </a:moveTo>
                <a:lnTo>
                  <a:pt x="0" y="0"/>
                </a:lnTo>
                <a:lnTo>
                  <a:pt x="0" y="5355266"/>
                </a:lnTo>
                <a:lnTo>
                  <a:pt x="5355266" y="5355266"/>
                </a:lnTo>
                <a:lnTo>
                  <a:pt x="53552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073750" y="6829180"/>
            <a:ext cx="3486059" cy="1431681"/>
            <a:chOff x="0" y="0"/>
            <a:chExt cx="918139" cy="377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8139" cy="377068"/>
            </a:xfrm>
            <a:custGeom>
              <a:avLst/>
              <a:gdLst/>
              <a:ahLst/>
              <a:cxnLst/>
              <a:rect r="r" b="b" t="t" l="l"/>
              <a:pathLst>
                <a:path h="377068" w="918139">
                  <a:moveTo>
                    <a:pt x="46637" y="0"/>
                  </a:moveTo>
                  <a:lnTo>
                    <a:pt x="871502" y="0"/>
                  </a:lnTo>
                  <a:cubicBezTo>
                    <a:pt x="897259" y="0"/>
                    <a:pt x="918139" y="20880"/>
                    <a:pt x="918139" y="46637"/>
                  </a:cubicBezTo>
                  <a:lnTo>
                    <a:pt x="918139" y="330431"/>
                  </a:lnTo>
                  <a:cubicBezTo>
                    <a:pt x="918139" y="356188"/>
                    <a:pt x="897259" y="377068"/>
                    <a:pt x="871502" y="377068"/>
                  </a:cubicBezTo>
                  <a:lnTo>
                    <a:pt x="46637" y="377068"/>
                  </a:lnTo>
                  <a:cubicBezTo>
                    <a:pt x="20880" y="377068"/>
                    <a:pt x="0" y="356188"/>
                    <a:pt x="0" y="330431"/>
                  </a:cubicBezTo>
                  <a:lnTo>
                    <a:pt x="0" y="46637"/>
                  </a:lnTo>
                  <a:cubicBezTo>
                    <a:pt x="0" y="20880"/>
                    <a:pt x="20880" y="0"/>
                    <a:pt x="46637" y="0"/>
                  </a:cubicBezTo>
                  <a:close/>
                </a:path>
              </a:pathLst>
            </a:custGeom>
            <a:solidFill>
              <a:srgbClr val="4C489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8139" cy="41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7990">
            <a:off x="11240606" y="6985305"/>
            <a:ext cx="3152215" cy="117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4436" spc="235">
                <a:solidFill>
                  <a:srgbClr val="F8F7F1"/>
                </a:solidFill>
                <a:latin typeface="Sugo Display"/>
                <a:ea typeface="Sugo Display"/>
                <a:cs typeface="Sugo Display"/>
                <a:sym typeface="Sugo Display"/>
              </a:rPr>
              <a:t>БЫЛО СЛОЖНЫМ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90652" y="4344102"/>
            <a:ext cx="3349149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Обратная связь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Менторство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56796" y="8527561"/>
            <a:ext cx="3450907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Проект с нуля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Jetpack Compose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73750" y="4339285"/>
            <a:ext cx="1711960" cy="14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KMP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Paging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OAuth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39243" y="8527561"/>
            <a:ext cx="2922111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Авторизация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Высокий темп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7990">
            <a:off x="3216547" y="3686471"/>
            <a:ext cx="11854177" cy="263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7"/>
              </a:lnSpc>
            </a:pPr>
            <a:r>
              <a:rPr lang="en-US" sz="19367" spc="1026">
                <a:solidFill>
                  <a:srgbClr val="4C489E"/>
                </a:solidFill>
                <a:latin typeface="Sugo Display"/>
                <a:ea typeface="Sugo Display"/>
                <a:cs typeface="Sugo Display"/>
                <a:sym typeface="Sugo Display"/>
              </a:rPr>
              <a:t>Спасибо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50961" y="7098153"/>
            <a:ext cx="5816677" cy="5816677"/>
          </a:xfrm>
          <a:custGeom>
            <a:avLst/>
            <a:gdLst/>
            <a:ahLst/>
            <a:cxnLst/>
            <a:rect r="r" b="b" t="t" l="l"/>
            <a:pathLst>
              <a:path h="5816677" w="5816677">
                <a:moveTo>
                  <a:pt x="0" y="0"/>
                </a:moveTo>
                <a:lnTo>
                  <a:pt x="5816678" y="0"/>
                </a:lnTo>
                <a:lnTo>
                  <a:pt x="5816678" y="5816677"/>
                </a:lnTo>
                <a:lnTo>
                  <a:pt x="0" y="581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362357" y="1028700"/>
            <a:ext cx="5212279" cy="2606139"/>
          </a:xfrm>
          <a:custGeom>
            <a:avLst/>
            <a:gdLst/>
            <a:ahLst/>
            <a:cxnLst/>
            <a:rect r="r" b="b" t="t" l="l"/>
            <a:pathLst>
              <a:path h="2606139" w="5212279">
                <a:moveTo>
                  <a:pt x="5212279" y="2606139"/>
                </a:moveTo>
                <a:lnTo>
                  <a:pt x="0" y="2606139"/>
                </a:lnTo>
                <a:lnTo>
                  <a:pt x="0" y="0"/>
                </a:lnTo>
                <a:lnTo>
                  <a:pt x="5212279" y="0"/>
                </a:lnTo>
                <a:lnTo>
                  <a:pt x="5212279" y="26061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DAHG8xR-npE</dc:identifier>
  <dcterms:modified xsi:type="dcterms:W3CDTF">2011-08-01T06:04:30Z</dcterms:modified>
  <cp:revision>1</cp:revision>
  <dc:title>White and Purple Geometric Startup Pitch Presentation</dc:title>
</cp:coreProperties>
</file>